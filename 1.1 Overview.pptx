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7mVMCmDNzzW+DXk0LAkssFtIa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bec52af31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g1bec52af31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bec52af315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g1bec52af315_1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bec52af31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g1bec52af315_1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197bf70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1c197bf706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9f85fd9a6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19f85fd9a62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c197bf70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1c197bf7062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e23e0b369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2e23e0b369f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c197bf706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1c197bf7062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0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0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20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1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21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21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2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3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4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24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24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5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5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25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5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25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6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9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9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19"/>
          <p:cNvSpPr txBox="1"/>
          <p:nvPr/>
        </p:nvSpPr>
        <p:spPr>
          <a:xfrm>
            <a:off x="381000" y="4888706"/>
            <a:ext cx="713705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DataMites®. All Rights Reserved | www.datamites.com                    DATA SCIENCE FOUNDATION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5" name="Google Shape;15;p1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22857" y="4635049"/>
            <a:ext cx="1168743" cy="30247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bec52af315_1_0"/>
          <p:cNvSpPr txBox="1"/>
          <p:nvPr>
            <p:ph type="ctrTitle"/>
          </p:nvPr>
        </p:nvSpPr>
        <p:spPr>
          <a:xfrm>
            <a:off x="4572000" y="1080925"/>
            <a:ext cx="4495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4000"/>
              <a:t>           Big Data </a:t>
            </a:r>
            <a:endParaRPr b="1" sz="4000"/>
          </a:p>
        </p:txBody>
      </p:sp>
      <p:sp>
        <p:nvSpPr>
          <p:cNvPr id="51" name="Google Shape;51;g1bec52af315_1_0"/>
          <p:cNvSpPr txBox="1"/>
          <p:nvPr>
            <p:ph idx="12" type="sldNum"/>
          </p:nvPr>
        </p:nvSpPr>
        <p:spPr>
          <a:xfrm>
            <a:off x="8458200" y="4888706"/>
            <a:ext cx="5334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g1bec52af315_1_0"/>
          <p:cNvSpPr txBox="1"/>
          <p:nvPr>
            <p:ph idx="1" type="subTitle"/>
          </p:nvPr>
        </p:nvSpPr>
        <p:spPr>
          <a:xfrm>
            <a:off x="5166975" y="2252150"/>
            <a:ext cx="35331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</a:rPr>
              <a:t>      Overview</a:t>
            </a:r>
            <a:endParaRPr/>
          </a:p>
        </p:txBody>
      </p:sp>
      <p:pic>
        <p:nvPicPr>
          <p:cNvPr descr="Image result for machine learning robot" id="53" name="Google Shape;53;g1bec52af315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6000"/>
            <a:ext cx="44958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What is Big Data?</a:t>
            </a:r>
            <a:endParaRPr sz="2800"/>
          </a:p>
        </p:txBody>
      </p:sp>
      <p:sp>
        <p:nvSpPr>
          <p:cNvPr id="59" name="Google Shape;59;p23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Any data is big data when it meets below requirements.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                 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Volume:-Measure describing size of data.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Velocity:-Speed at which applications are generating data.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Variety:-How many variety of data like structured,unstructured and semi structured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data.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Veracity:-The data should be safe and trustable.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Value:-The data should bring out some business values.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In general term if any system not able to handle a specific amount of data,such data becomes big data for that organization.   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bec52af315_1_51"/>
          <p:cNvSpPr txBox="1"/>
          <p:nvPr>
            <p:ph type="title"/>
          </p:nvPr>
        </p:nvSpPr>
        <p:spPr>
          <a:xfrm>
            <a:off x="457200" y="1333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What is Big Data?</a:t>
            </a:r>
            <a:endParaRPr sz="2800"/>
          </a:p>
        </p:txBody>
      </p:sp>
      <p:sp>
        <p:nvSpPr>
          <p:cNvPr id="66" name="Google Shape;66;g1bec52af315_1_51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67" name="Google Shape;67;g1bec52af315_1_51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" name="Google Shape;68;g1bec52af315_1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17350"/>
            <a:ext cx="7375601" cy="404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bec52af315_1_44"/>
          <p:cNvSpPr txBox="1"/>
          <p:nvPr>
            <p:ph type="title"/>
          </p:nvPr>
        </p:nvSpPr>
        <p:spPr>
          <a:xfrm>
            <a:off x="457200" y="1333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What is Big Data?</a:t>
            </a:r>
            <a:endParaRPr sz="2800"/>
          </a:p>
        </p:txBody>
      </p:sp>
      <p:sp>
        <p:nvSpPr>
          <p:cNvPr id="74" name="Google Shape;74;g1bec52af315_1_44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75" name="Google Shape;75;g1bec52af315_1_44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g1bec52af315_1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175" y="914400"/>
            <a:ext cx="6377576" cy="372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197bf7062_0_0"/>
          <p:cNvSpPr txBox="1"/>
          <p:nvPr>
            <p:ph type="title"/>
          </p:nvPr>
        </p:nvSpPr>
        <p:spPr>
          <a:xfrm>
            <a:off x="457200" y="1333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What is Hadoop?</a:t>
            </a:r>
            <a:endParaRPr sz="2800"/>
          </a:p>
        </p:txBody>
      </p:sp>
      <p:sp>
        <p:nvSpPr>
          <p:cNvPr id="82" name="Google Shape;82;g1c197bf7062_0_0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5156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Hadoop is a framework that uses distributed storage and parallel processing to store and manage big data.</a:t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5156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There are three components of Hadoop:</a:t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1565E"/>
              </a:buClr>
              <a:buSzPts val="1800"/>
              <a:buFont typeface="Roboto"/>
              <a:buAutoNum type="arabicPeriod"/>
            </a:pPr>
            <a:r>
              <a:rPr lang="en-US" sz="1800">
                <a:solidFill>
                  <a:srgbClr val="5156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Hadoop HDFS - Hadoop Distributed File System (HDFS) is the storage unit.</a:t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0"/>
              <a:buFont typeface="Roboto"/>
              <a:buAutoNum type="arabicPeriod"/>
            </a:pPr>
            <a:r>
              <a:rPr lang="en-US" sz="1800">
                <a:solidFill>
                  <a:srgbClr val="5156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Hadoop MapReduce - Hadoop MapReduce is the processing unit.</a:t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0"/>
              <a:buFont typeface="Roboto"/>
              <a:buAutoNum type="arabicPeriod"/>
            </a:pPr>
            <a:r>
              <a:rPr lang="en-US" sz="1800">
                <a:solidFill>
                  <a:srgbClr val="51565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Hadoop YARN - Yet Another Resource Negotiator (YARN) is a resource management unit.</a:t>
            </a:r>
            <a:endParaRPr sz="1800">
              <a:solidFill>
                <a:srgbClr val="5156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g1c197bf7062_0_0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9f85fd9a62_0_7"/>
          <p:cNvSpPr txBox="1"/>
          <p:nvPr>
            <p:ph type="title"/>
          </p:nvPr>
        </p:nvSpPr>
        <p:spPr>
          <a:xfrm>
            <a:off x="457200" y="133350"/>
            <a:ext cx="57150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Components of Hadoop</a:t>
            </a:r>
            <a:endParaRPr sz="2800"/>
          </a:p>
        </p:txBody>
      </p:sp>
      <p:sp>
        <p:nvSpPr>
          <p:cNvPr id="89" name="Google Shape;89;g19f85fd9a62_0_7"/>
          <p:cNvSpPr txBox="1"/>
          <p:nvPr>
            <p:ph idx="1" type="body"/>
          </p:nvPr>
        </p:nvSpPr>
        <p:spPr>
          <a:xfrm>
            <a:off x="304800" y="874514"/>
            <a:ext cx="85344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90" name="Google Shape;90;g19f85fd9a62_0_7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g19f85fd9a62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799275"/>
            <a:ext cx="7620000" cy="386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c197bf7062_0_10"/>
          <p:cNvSpPr txBox="1"/>
          <p:nvPr>
            <p:ph type="title"/>
          </p:nvPr>
        </p:nvSpPr>
        <p:spPr>
          <a:xfrm>
            <a:off x="457200" y="133350"/>
            <a:ext cx="57150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Big Data Analytics</a:t>
            </a:r>
            <a:endParaRPr sz="2800"/>
          </a:p>
        </p:txBody>
      </p:sp>
      <p:sp>
        <p:nvSpPr>
          <p:cNvPr id="97" name="Google Shape;97;g1c197bf7062_0_10"/>
          <p:cNvSpPr txBox="1"/>
          <p:nvPr>
            <p:ph idx="1" type="body"/>
          </p:nvPr>
        </p:nvSpPr>
        <p:spPr>
          <a:xfrm>
            <a:off x="304800" y="874526"/>
            <a:ext cx="85344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rPr lang="en-US" sz="1865"/>
              <a:t>Big Data analytics is the process of finding patterns, trends, and relationships in massive datasets that can’t be discovered with traditional data management techniques and tools.</a:t>
            </a:r>
            <a:endParaRPr sz="1865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865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rPr lang="en-US" sz="1865"/>
              <a:t>There are four key types of Big Data analytics singled out.</a:t>
            </a:r>
            <a:endParaRPr sz="1865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865"/>
          </a:p>
          <a:p>
            <a:pPr indent="-347027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65"/>
              <a:buAutoNum type="arabicPeriod"/>
            </a:pPr>
            <a:r>
              <a:rPr lang="en-US" sz="1865"/>
              <a:t>Descriptive analytics is a common kind of analytics that allows you to find out what happened and when.</a:t>
            </a:r>
            <a:endParaRPr sz="1865"/>
          </a:p>
          <a:p>
            <a:pPr indent="-347027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65"/>
              <a:buAutoNum type="arabicPeriod"/>
            </a:pPr>
            <a:r>
              <a:rPr lang="en-US" sz="1865"/>
              <a:t>Diagnostic analytics explains why and how something happened by identifying patterns and relationships in available data.</a:t>
            </a:r>
            <a:endParaRPr sz="1865"/>
          </a:p>
          <a:p>
            <a:pPr indent="-347027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65"/>
              <a:buAutoNum type="arabicPeriod"/>
            </a:pPr>
            <a:r>
              <a:rPr lang="en-US" sz="1865"/>
              <a:t>Predictive analytics uses historical data to uncover patterns and make predictions on what’s likely to happen in the future.</a:t>
            </a:r>
            <a:endParaRPr sz="1865"/>
          </a:p>
          <a:p>
            <a:pPr indent="-347027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65"/>
              <a:buAutoNum type="arabicPeriod"/>
            </a:pPr>
            <a:r>
              <a:rPr lang="en-US" sz="1865"/>
              <a:t>Prescriptive analytics provides specific recommendations on what should be done better.</a:t>
            </a:r>
            <a:endParaRPr sz="1865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865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665"/>
          </a:p>
        </p:txBody>
      </p:sp>
      <p:sp>
        <p:nvSpPr>
          <p:cNvPr id="98" name="Google Shape;98;g1c197bf7062_0_10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23e0b369f_0_90"/>
          <p:cNvSpPr txBox="1"/>
          <p:nvPr>
            <p:ph type="title"/>
          </p:nvPr>
        </p:nvSpPr>
        <p:spPr>
          <a:xfrm>
            <a:off x="342900" y="154484"/>
            <a:ext cx="61722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Calibri"/>
              <a:buNone/>
            </a:pPr>
            <a:r>
              <a:rPr lang="en-US"/>
              <a:t>Key Process</a:t>
            </a:r>
            <a:endParaRPr/>
          </a:p>
        </p:txBody>
      </p:sp>
      <p:sp>
        <p:nvSpPr>
          <p:cNvPr id="104" name="Google Shape;104;g2e23e0b369f_0_90"/>
          <p:cNvSpPr/>
          <p:nvPr/>
        </p:nvSpPr>
        <p:spPr>
          <a:xfrm>
            <a:off x="3052916" y="1246581"/>
            <a:ext cx="3532200" cy="589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Ingestion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g2e23e0b369f_0_90"/>
          <p:cNvCxnSpPr/>
          <p:nvPr/>
        </p:nvCxnSpPr>
        <p:spPr>
          <a:xfrm>
            <a:off x="4819034" y="1828972"/>
            <a:ext cx="0" cy="435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" name="Google Shape;106;g2e23e0b369f_0_90"/>
          <p:cNvSpPr/>
          <p:nvPr/>
        </p:nvSpPr>
        <p:spPr>
          <a:xfrm>
            <a:off x="3370006" y="2271424"/>
            <a:ext cx="2898000" cy="5310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Storage &amp; Processing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g2e23e0b369f_0_90"/>
          <p:cNvCxnSpPr/>
          <p:nvPr/>
        </p:nvCxnSpPr>
        <p:spPr>
          <a:xfrm>
            <a:off x="4819034" y="2832035"/>
            <a:ext cx="0" cy="552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8" name="Google Shape;108;g2e23e0b369f_0_90"/>
          <p:cNvSpPr/>
          <p:nvPr/>
        </p:nvSpPr>
        <p:spPr>
          <a:xfrm>
            <a:off x="3620727" y="3384755"/>
            <a:ext cx="2529600" cy="501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2e23e0b369f_0_90"/>
          <p:cNvCxnSpPr/>
          <p:nvPr/>
        </p:nvCxnSpPr>
        <p:spPr>
          <a:xfrm>
            <a:off x="4819034" y="3886200"/>
            <a:ext cx="0" cy="420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" name="Google Shape;110;g2e23e0b369f_0_90"/>
          <p:cNvSpPr/>
          <p:nvPr/>
        </p:nvSpPr>
        <p:spPr>
          <a:xfrm>
            <a:off x="3838266" y="4313904"/>
            <a:ext cx="1961700" cy="3909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c197bf7062_0_28"/>
          <p:cNvSpPr txBox="1"/>
          <p:nvPr>
            <p:ph type="title"/>
          </p:nvPr>
        </p:nvSpPr>
        <p:spPr>
          <a:xfrm>
            <a:off x="457200" y="133350"/>
            <a:ext cx="84381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5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Real-life Big Data analytics use cases</a:t>
            </a:r>
            <a:endParaRPr sz="2800"/>
          </a:p>
        </p:txBody>
      </p:sp>
      <p:sp>
        <p:nvSpPr>
          <p:cNvPr id="116" name="Google Shape;116;g1c197bf7062_0_28"/>
          <p:cNvSpPr txBox="1"/>
          <p:nvPr>
            <p:ph idx="1" type="body"/>
          </p:nvPr>
        </p:nvSpPr>
        <p:spPr>
          <a:xfrm>
            <a:off x="304800" y="874526"/>
            <a:ext cx="85344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Healthcare: Ginger app uses Big Data for mental health monitoring.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eCommerce: Amazon analyzes Big Data to enhance its recommender engine.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Hospitality: Marriott makes decisions based on Big Data analytics.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Machinery: GE uses advanced Big Data analytics to optimize a wind farm.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Fintech: American Express leverages Big Data to detect fraudulent activity</a:t>
            </a:r>
            <a:endParaRPr sz="1800"/>
          </a:p>
        </p:txBody>
      </p:sp>
      <p:sp>
        <p:nvSpPr>
          <p:cNvPr id="117" name="Google Shape;117;g1c197bf7062_0_28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